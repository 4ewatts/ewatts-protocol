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eWatts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A0B0"/>
                </a:solidFill>
                <a:latin typeface="Calibri Light"/>
              </a:defRPr>
            </a:pPr>
            <a:r>
              <a:t>Energy-backed neutral settlement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A72"/>
                </a:solidFill>
                <a:latin typeface="Calibri Light"/>
              </a:defRPr>
            </a:pPr>
            <a:r>
              <a:t>Phase 2 — Testnet  •  84 tests  •  0 warnings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ASIC Efficiency Improvement vs DRAM Latency (normalized)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Emission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B82F6"/>
                </a:solidFill>
                <a:latin typeface="Calibri Light"/>
              </a:defRPr>
            </a:pPr>
            <a:r>
              <a:t>R = BASE_EMISSION x (total_eff / historical_avg), clamped [0.05x, 20x]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Calibri Light"/>
              </a:defRPr>
            </a:pPr>
            <a:r>
              <a:t>• BASE_EMISSION: 100 eWatt/block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Calibri Light"/>
              </a:defRPr>
            </a:pPr>
            <a:r>
              <a:t>• Historical window: 4,300 blocks (30 days)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Calibri Light"/>
              </a:defRPr>
            </a:pPr>
            <a:r>
              <a:t>• Ramp-up (blocks 1-10k): 80% cap per miner, excess burned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Calibri Light"/>
              </a:defRPr>
            </a:pPr>
            <a:r>
              <a:t>• Founder lock: max(50,000, block + 40,000)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Calibri Light"/>
              </a:defRPr>
            </a:pPr>
            <a:r>
              <a:t>• Privacy change threshold: 95% miners + 95% nodes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3-Layer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A9CF6"/>
                </a:solidFill>
                <a:latin typeface="Calibri Light"/>
              </a:defRPr>
            </a:pPr>
            <a:r>
              <a:t>Layer 1 — Protocol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 Light"/>
              </a:defRPr>
            </a:pPr>
            <a:r>
              <a:t>Deterministic state machine. Block validity, UTXO, emission invariants, consensus. Verifiable by any node.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5AF6"/>
                </a:solidFill>
                <a:latin typeface="Calibri Light"/>
              </a:defRPr>
            </a:pPr>
            <a:r>
              <a:t>Layer 2 — Economic 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 Light"/>
              </a:defRPr>
            </a:pPr>
            <a:r>
              <a:t>Interpretation layer. Substrate classes (ASIC vs DRAM), improvement rate differential, falsifiability conditions.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C84A"/>
                </a:solidFill>
                <a:latin typeface="Calibri Light"/>
              </a:defRPr>
            </a:pPr>
            <a:r>
              <a:t>Layer 3 — Adversarial Consensus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Calibri Light"/>
              </a:defRPr>
            </a:pPr>
            <a:r>
              <a:t>Robustness engine. Fork reality, network stochasticity, threat models, convergence bounds.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